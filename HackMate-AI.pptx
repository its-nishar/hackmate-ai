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1.jpeg"/><Relationship Id="rId4" Type="http://schemas.openxmlformats.org/officeDocument/2006/relationships/image" Target="../media/image-5-4.png"/><Relationship Id="rId5" Type="http://schemas.openxmlformats.org/officeDocument/2006/relationships/image" Target="../media/image-5-1.jpeg"/><Relationship Id="rId6" Type="http://schemas.openxmlformats.org/officeDocument/2006/relationships/image" Target="../media/image-5-6.png"/><Relationship Id="rId7" Type="http://schemas.openxmlformats.org/officeDocument/2006/relationships/image" Target="../media/image-5-1.jpe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1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1.jpeg"/><Relationship Id="rId3" Type="http://schemas.openxmlformats.org/officeDocument/2006/relationships/image" Target="../media/image-10-1.jpeg"/><Relationship Id="rId4" Type="http://schemas.openxmlformats.org/officeDocument/2006/relationships/image" Target="../media/image-10-1.jpeg"/><Relationship Id="rId5" Type="http://schemas.openxmlformats.org/officeDocument/2006/relationships/image" Target="../media/image-10-1.jpeg"/><Relationship Id="rId6" Type="http://schemas.openxmlformats.org/officeDocument/2006/relationships/image" Target="../media/image-10-1.jpe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7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7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7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7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1.jpeg"/><Relationship Id="rId5" Type="http://schemas.openxmlformats.org/officeDocument/2006/relationships/image" Target="../media/image-12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398905"/>
            <a:ext cx="812144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AI-POWERED HACKATHON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791887"/>
            <a:ext cx="7511862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HackMate-AI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765156" y="2859941"/>
            <a:ext cx="7511862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AI-Powered Hackathon Discovery &amp; Matching Assistant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5156" y="3480495"/>
            <a:ext cx="247881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4"/>
          <p:cNvSpPr/>
          <p:nvPr/>
        </p:nvSpPr>
        <p:spPr>
          <a:xfrm>
            <a:off x="765156" y="3829844"/>
            <a:ext cx="812144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the right hackathon. Match your skills. Compete smarter.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5156" y="4322564"/>
            <a:ext cx="7511862" cy="9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Nisha R 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Siva Priya V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B.Tech Artificial Intelligence &amp; Data Science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7054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Finding the right hackathon is the real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82552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54573"/>
            <a:ext cx="182875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 many listings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9585" y="3954760"/>
            <a:ext cx="182875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Relevant opportunities are scattered across platforms.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31" y="2482552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131" y="3154573"/>
            <a:ext cx="182875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Hard to compare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743131" y="3954760"/>
            <a:ext cx="182875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Skills, team-size rules, deadlines, and fees compete for attention.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8" y="2482552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6678" y="3154573"/>
            <a:ext cx="182875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Generic guidance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4876678" y="3954760"/>
            <a:ext cx="1828754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Search leaves participants without personalized direction.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HackMate-AI turns search into decision support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profile becomes a ranked, explainable path to registration.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Input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31679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Skills, team size, preferred location, and availability.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8914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8914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28914" y="3431679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Compare the profile against hackathon requirements.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244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Explain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48244" y="3431679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explains the strongest fit.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67573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67573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573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Register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67573" y="3431679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Review information, approve registration, receive a ticket ID.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user profile to recommendation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2485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327672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485243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profile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2957314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Capture preferences.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291" y="202485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1" name="Text 9"/>
          <p:cNvSpPr/>
          <p:nvPr/>
        </p:nvSpPr>
        <p:spPr>
          <a:xfrm>
            <a:off x="4343291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3291" y="2327672"/>
            <a:ext cx="350511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291" y="2485243"/>
            <a:ext cx="350511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Skill matching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43291" y="2957314"/>
            <a:ext cx="35051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Compare required skills.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0800" y="202485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0800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0800" y="2327672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000800" y="2485243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Team validation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00800" y="2957314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team-size rules.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9585" y="3483372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348337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9585" y="3786188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9585" y="3943759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Location matching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585" y="4415830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location fit.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43291" y="3483372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291" y="348337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343291" y="3786188"/>
            <a:ext cx="350511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291" y="3943759"/>
            <a:ext cx="350511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Deadline check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343291" y="4415830"/>
            <a:ext cx="35051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Confirm availability.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000800" y="3483372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31" name="Text 29"/>
          <p:cNvSpPr/>
          <p:nvPr/>
        </p:nvSpPr>
        <p:spPr>
          <a:xfrm>
            <a:off x="8000800" y="348337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000800" y="3786188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33" name="Text 31"/>
          <p:cNvSpPr/>
          <p:nvPr/>
        </p:nvSpPr>
        <p:spPr>
          <a:xfrm>
            <a:off x="8000800" y="3943759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Match score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000800" y="4415830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 compatibility.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09585" y="494208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36" name="Text 34"/>
          <p:cNvSpPr/>
          <p:nvPr/>
        </p:nvSpPr>
        <p:spPr>
          <a:xfrm>
            <a:off x="609585" y="494208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09585" y="5244902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38" name="Text 36"/>
          <p:cNvSpPr/>
          <p:nvPr/>
        </p:nvSpPr>
        <p:spPr>
          <a:xfrm>
            <a:off x="609585" y="5402473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Ranked hackathons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09585" y="5874544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Surface the best options.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343291" y="494208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41" name="Text 39"/>
          <p:cNvSpPr/>
          <p:nvPr/>
        </p:nvSpPr>
        <p:spPr>
          <a:xfrm>
            <a:off x="4343291" y="494208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4343291" y="5244902"/>
            <a:ext cx="3505112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291" y="5402473"/>
            <a:ext cx="350511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Gemini recommendation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4343291" y="5874544"/>
            <a:ext cx="35051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 the strongest fit.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000800" y="4942086"/>
            <a:ext cx="246056" cy="2159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0800" y="494208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09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8000800" y="5244902"/>
            <a:ext cx="358131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48" name="Text 46"/>
          <p:cNvSpPr/>
          <p:nvPr/>
        </p:nvSpPr>
        <p:spPr>
          <a:xfrm>
            <a:off x="8000800" y="5402473"/>
            <a:ext cx="358131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Registration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8000800" y="5874544"/>
            <a:ext cx="35813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Approve and receive a ticket ID.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Multi-factor matching, not random recommendations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88205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recommendation is grounded in structured compatibility.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608759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58108"/>
            <a:ext cx="2514537" cy="279757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3186708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8179" y="3750778"/>
            <a:ext cx="2057349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Skill compatibility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14" y="2958108"/>
            <a:ext cx="2514537" cy="279757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09" y="3186708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57509" y="3750778"/>
            <a:ext cx="2057349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Team compatibility</a:t>
            </a:r>
            <a:endParaRPr lang="en-US" sz="1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958108"/>
            <a:ext cx="2514537" cy="279757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3186708"/>
            <a:ext cx="431789" cy="4318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76838" y="3750778"/>
            <a:ext cx="2057349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Location compatibility</a:t>
            </a:r>
            <a:endParaRPr lang="en-US" sz="19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573" y="2958108"/>
            <a:ext cx="2514537" cy="2797572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167" y="3186708"/>
            <a:ext cx="431789" cy="4318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296167" y="3750778"/>
            <a:ext cx="2057349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Deadline and availability compatibility</a:t>
            </a:r>
            <a:endParaRPr lang="en-US" sz="1900" dirty="0"/>
          </a:p>
        </p:txBody>
      </p:sp>
      <p:sp>
        <p:nvSpPr>
          <p:cNvPr id="18" name="Text 8"/>
          <p:cNvSpPr/>
          <p:nvPr/>
        </p:nvSpPr>
        <p:spPr>
          <a:xfrm>
            <a:off x="304792" y="59461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Skill Compatibility + Team Compatibility + Location Compatibility + Deadline Compatibility = Overall Match Score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7054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RECOMMENDATION YOU CAN INSPECT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609584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More than just a score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4856"/>
            <a:ext cx="2971726" cy="38331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261902"/>
            <a:ext cx="251453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Innovation Challenge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38179" y="3113143"/>
            <a:ext cx="2514537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94%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38179" y="3880306"/>
            <a:ext cx="274313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38179" y="4268899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Matching skills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8179" y="4740970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 · AI · Machine Learning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07" y="2024856"/>
            <a:ext cx="2971726" cy="38331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2301" y="2253456"/>
            <a:ext cx="2514537" cy="15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Team: 2–4 members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Location: India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Deadline: 15 Nov 2026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Registration: FREE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09585" y="6048633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 breakdown: Skills 50/50 · Team 20/20 · Location 15/15 · Availability 15/15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09585" y="6428780"/>
            <a:ext cx="67054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Skill gap: None.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Users can see why the match fits.</a:t>
            </a:r>
            <a:endParaRPr lang="en-US" sz="1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EXPLANATION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Gemini explains the recommendation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Gemini is the explanation and recommendation layer, not a blind decision-maker.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Structured results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31679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Matching results establish the evidence.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8914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8914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2959608"/>
            <a:ext cx="251453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Strongest opportunity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28914" y="3759795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analyzes the best-ranked option.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244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2959608"/>
            <a:ext cx="251453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Personalized explanation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48244" y="3759795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Matching skills and skill gaps become clear.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67573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67573" y="2802632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573" y="2959608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Human decision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67573" y="3431679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user decides what to do next.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 recommends. The user decides.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327077"/>
            <a:ext cx="1950592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840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Selected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2956123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Choose a hackathon.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64969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64969" y="2327077"/>
            <a:ext cx="1950592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24840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Fee check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64969" y="2956123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the registration fee.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353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353" y="2327077"/>
            <a:ext cx="1950889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2484053"/>
            <a:ext cx="19508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Decision branch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120353" y="2956123"/>
            <a:ext cx="1950889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Known fee → review. Unknown fee → review fee information. Prototype example: ₹500.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75936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75936" y="2327077"/>
            <a:ext cx="1950592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24840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Approval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75936" y="2956123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Approve registration.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31320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31320" y="2327077"/>
            <a:ext cx="1950691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2484053"/>
            <a:ext cx="19507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Ticket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31320" y="2956123"/>
            <a:ext cx="195079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ticket ID.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04792" y="61493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The system supports the decision. The user owns the approval.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SYSTEM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HackMate-AI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816" y="2024856"/>
            <a:ext cx="8245963" cy="355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29761" y="2418773"/>
            <a:ext cx="4534657" cy="28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1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Streamlit UI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529761" y="3243371"/>
            <a:ext cx="4534657" cy="28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1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Matching Engine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529761" y="4059722"/>
            <a:ext cx="4534657" cy="28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1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Score &amp; Rank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529761" y="4876074"/>
            <a:ext cx="4534657" cy="28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1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Explain &amp; Register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04792" y="566664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→ Streamlit interface → matching engine → ranked hackathons → Gemini AI → registration and ticket workflow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PROTOTYPE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lightweight stack for a focused prototype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Small, transparent components keep the prototype easy to understand and extend.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824262"/>
            <a:ext cx="1574761" cy="3043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85157"/>
            <a:ext cx="111757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8179" y="3857228"/>
            <a:ext cx="1117572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Core programming language.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138" y="2824262"/>
            <a:ext cx="1574761" cy="30438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17732" y="3385157"/>
            <a:ext cx="111757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717732" y="3857228"/>
            <a:ext cx="111757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Web application interface.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2824262"/>
            <a:ext cx="1574761" cy="30438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7285" y="3385157"/>
            <a:ext cx="111757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Pandas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597285" y="3857228"/>
            <a:ext cx="111757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Dataset processing.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824262"/>
            <a:ext cx="1574761" cy="30438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76838" y="3385157"/>
            <a:ext cx="1117572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Google Gemini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6476838" y="4185345"/>
            <a:ext cx="111757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AI-powered recommendations.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824262"/>
            <a:ext cx="1574761" cy="30438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56391" y="3385157"/>
            <a:ext cx="111757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CSV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8356391" y="3857228"/>
            <a:ext cx="111757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Hackathon data storage.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7350" y="2824262"/>
            <a:ext cx="1574761" cy="304383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235944" y="3385157"/>
            <a:ext cx="1117572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Git &amp; GitHub</a:t>
            </a:r>
            <a:endParaRPr lang="en-US" sz="1900" dirty="0"/>
          </a:p>
        </p:txBody>
      </p:sp>
      <p:sp>
        <p:nvSpPr>
          <p:cNvPr id="23" name="Text 15"/>
          <p:cNvSpPr/>
          <p:nvPr/>
        </p:nvSpPr>
        <p:spPr>
          <a:xfrm>
            <a:off x="10235944" y="4185345"/>
            <a:ext cx="1117572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Version control and project hosting.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304792" y="6058753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 variables handle API-key configuration.</a:t>
            </a:r>
            <a:endParaRPr lang="en-US" sz="11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123" y="2500412"/>
            <a:ext cx="647684" cy="64770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744" y="2675037"/>
            <a:ext cx="298443" cy="29845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2676" y="2500412"/>
            <a:ext cx="647684" cy="647700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7297" y="2675037"/>
            <a:ext cx="298443" cy="298450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2229" y="2500412"/>
            <a:ext cx="647684" cy="647700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6850" y="2675037"/>
            <a:ext cx="298443" cy="298450"/>
          </a:xfrm>
          <a:prstGeom prst="rect">
            <a:avLst/>
          </a:prstGeom>
        </p:spPr>
      </p:pic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1782" y="2500412"/>
            <a:ext cx="647684" cy="64770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403" y="2675037"/>
            <a:ext cx="298443" cy="298450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1335" y="2500412"/>
            <a:ext cx="647684" cy="647700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5956" y="2675037"/>
            <a:ext cx="298443" cy="298450"/>
          </a:xfrm>
          <a:prstGeom prst="rect">
            <a:avLst/>
          </a:prstGeom>
        </p:spPr>
      </p:pic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70888" y="2500412"/>
            <a:ext cx="647684" cy="647700"/>
          </a:xfrm>
          <a:prstGeom prst="rect">
            <a:avLst/>
          </a:prstGeom>
        </p:spPr>
      </p:pic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45509" y="2675037"/>
            <a:ext cx="298443" cy="298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TRUST BY DEFAULT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Secure and transparent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4860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2033302"/>
            <a:ext cx="103248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Protected configuration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57269" y="2505373"/>
            <a:ext cx="1032484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API key is not hard-coded: GEMINI_API_KEY is handled through the environment.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043241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7269" y="3051683"/>
            <a:ext cx="103248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Explainable recommendations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257269" y="3523754"/>
            <a:ext cx="1032484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see why a hackathon matches.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061623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7269" y="4070064"/>
            <a:ext cx="103248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Human-controlled registration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257269" y="4542135"/>
            <a:ext cx="1032484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Approval stays with the user.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080103"/>
            <a:ext cx="431789" cy="431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7269" y="5088545"/>
            <a:ext cx="103248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Clear prototype boundary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257269" y="5560616"/>
            <a:ext cx="1032484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Current listings use a structured CSV dataset for demonstration and testing. Live hackathon APIs are not currently integrated.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BUILT FOR 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we have 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complete path from discovery to a user-approved ticket.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00412"/>
            <a:ext cx="3505112" cy="20263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737457"/>
            <a:ext cx="304792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Discover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8179" y="3209528"/>
            <a:ext cx="304792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Discovery, skill matching, team-size validation, and location matching.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2500412"/>
            <a:ext cx="3403515" cy="20263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8084" y="2737457"/>
            <a:ext cx="294632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48084" y="3209528"/>
            <a:ext cx="29463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Deadline compatibility, match scoring, top-match ranking, and skill-gap analysis.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500412"/>
            <a:ext cx="3454314" cy="20263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6391" y="2737457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356391" y="3209528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recommendation layer and registration fee review.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31556"/>
            <a:ext cx="3505112" cy="20264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8179" y="5068602"/>
            <a:ext cx="304792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Act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838179" y="5540673"/>
            <a:ext cx="304792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Registration approval, ticket ID generation, and hackathon links.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489" y="4831556"/>
            <a:ext cx="7162621" cy="20264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48084" y="5068602"/>
            <a:ext cx="67054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4648084" y="5540673"/>
            <a:ext cx="693402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Streamlit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HackMate-AI?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4856"/>
            <a:ext cx="5333867" cy="3730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272062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Traditional search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0879" y="2832993"/>
            <a:ext cx="4851279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Fragmented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Generic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Hard to compare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Unclear compatibility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2024856"/>
            <a:ext cx="5333867" cy="3730823"/>
          </a:xfrm>
          <a:prstGeom prst="roundRect">
            <a:avLst>
              <a:gd name="adj" fmla="val 5719"/>
            </a:avLst>
          </a:prstGeom>
          <a:solidFill>
            <a:srgbClr val="6157FF"/>
          </a:solidFill>
          <a:ln w="12700">
            <a:solidFill>
              <a:srgbClr val="F2F0F4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f2f0f4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89538" y="2272062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HackMate-AI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89538" y="2832993"/>
            <a:ext cx="4851279" cy="208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Personalized discovery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Multi-factor matching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Explainable recommendations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Skill-gap analysis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Team validation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Registration workflow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04792" y="59461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 just a hackathon listing platform — an intelligent decision-support assistant.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1328" y="1296908"/>
            <a:ext cx="171852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89246" y="1689890"/>
            <a:ext cx="10972526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HackMate-AI:</a:t>
            </a:r>
            <a:endParaRPr lang="en-US" sz="8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Compete Smarter</a:t>
            </a:r>
            <a:endParaRPr lang="en-US" sz="8200" dirty="0"/>
          </a:p>
        </p:txBody>
      </p:sp>
      <p:sp>
        <p:nvSpPr>
          <p:cNvPr id="4" name="Shape 2"/>
          <p:cNvSpPr/>
          <p:nvPr/>
        </p:nvSpPr>
        <p:spPr>
          <a:xfrm>
            <a:off x="4285349" y="393987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2420778" y="4464804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DISCOVER → MATCH → UNDERSTAND → DECIDE → COMPETE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958457"/>
            <a:ext cx="10972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HackMate-AI transforms hackathon discovery from manual searching into an intelligent, explainable, and user-controlled experience.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551305"/>
            <a:ext cx="812144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897614"/>
            <a:ext cx="7511862" cy="253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Find the right hackathon.</a:t>
            </a:r>
            <a:endParaRPr lang="en-US" sz="5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Match your potential.</a:t>
            </a:r>
            <a:endParaRPr lang="en-US" sz="5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Compete smarter.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65156" y="4693245"/>
            <a:ext cx="247881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5042595"/>
            <a:ext cx="7511862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Nisha R 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Siva priya V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B.Tech Artificial Intelligence &amp; Data Science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5156" y="6520914"/>
            <a:ext cx="812144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HackMate-AI · AI-Powered Hackathon Discovery &amp; Matching Assistant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2026-10-20T05:54:38Z</dcterms:created>
  <dcterms:modified xsi:type="dcterms:W3CDTF">2026-10-20T05:54:38Z</dcterms:modified>
</cp:coreProperties>
</file>